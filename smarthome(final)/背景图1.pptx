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E3C0"/>
    <a:srgbClr val="585308"/>
    <a:srgbClr val="5B1105"/>
    <a:srgbClr val="B9B7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400" d="100"/>
          <a:sy n="400" d="100"/>
        </p:scale>
        <p:origin x="-10530" y="-6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5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60A07-FDD4-4CC9-89BB-6209B3D4DB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79F3-3321-44E5-BEFA-034C262EB9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60A07-FDD4-4CC9-89BB-6209B3D4DB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79F3-3321-44E5-BEFA-034C262EB9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60A07-FDD4-4CC9-89BB-6209B3D4DB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79F3-3321-44E5-BEFA-034C262EB9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60A07-FDD4-4CC9-89BB-6209B3D4DB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79F3-3321-44E5-BEFA-034C262EB9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60A07-FDD4-4CC9-89BB-6209B3D4DB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79F3-3321-44E5-BEFA-034C262EB9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60A07-FDD4-4CC9-89BB-6209B3D4DB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79F3-3321-44E5-BEFA-034C262EB9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60A07-FDD4-4CC9-89BB-6209B3D4DB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79F3-3321-44E5-BEFA-034C262EB9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60A07-FDD4-4CC9-89BB-6209B3D4DB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79F3-3321-44E5-BEFA-034C262EB9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60A07-FDD4-4CC9-89BB-6209B3D4DB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79F3-3321-44E5-BEFA-034C262EB9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60A07-FDD4-4CC9-89BB-6209B3D4DB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79F3-3321-44E5-BEFA-034C262EB9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60A07-FDD4-4CC9-89BB-6209B3D4DB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79F3-3321-44E5-BEFA-034C262EB9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F60A07-FDD4-4CC9-89BB-6209B3D4DB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5D79F3-3321-44E5-BEFA-034C262EB9D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jpeg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0.png"/><Relationship Id="rId10" Type="http://schemas.openxmlformats.org/officeDocument/2006/relationships/image" Target="../media/image9.jpe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tags" Target="../tags/tag3.xml"/><Relationship Id="rId7" Type="http://schemas.openxmlformats.org/officeDocument/2006/relationships/image" Target="../media/image6.jpeg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1.jpe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2.png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2.jpeg"/><Relationship Id="rId2" Type="http://schemas.openxmlformats.org/officeDocument/2006/relationships/image" Target="../media/image13.jpeg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点击以激活或退出全屏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4420" y="2712085"/>
            <a:ext cx="2430780" cy="1511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: 圆角 6"/>
          <p:cNvSpPr/>
          <p:nvPr/>
        </p:nvSpPr>
        <p:spPr>
          <a:xfrm>
            <a:off x="5927090" y="2862580"/>
            <a:ext cx="337820" cy="889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500" dirty="0"/>
              <a:t>浴室</a:t>
            </a:r>
            <a:endParaRPr lang="zh-CN" altLang="en-US" sz="500" dirty="0"/>
          </a:p>
        </p:txBody>
      </p:sp>
      <p:sp>
        <p:nvSpPr>
          <p:cNvPr id="17" name="矩形 16"/>
          <p:cNvSpPr/>
          <p:nvPr/>
        </p:nvSpPr>
        <p:spPr>
          <a:xfrm>
            <a:off x="4884362" y="2712100"/>
            <a:ext cx="2423273" cy="13333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8" name="Picture 4" descr="返回键图标 的图像结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4362" y="2856939"/>
            <a:ext cx="133335" cy="133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矩形: 圆角 25"/>
          <p:cNvSpPr/>
          <p:nvPr/>
        </p:nvSpPr>
        <p:spPr>
          <a:xfrm>
            <a:off x="5415885" y="3595394"/>
            <a:ext cx="156970" cy="9316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: 圆角 28"/>
          <p:cNvSpPr/>
          <p:nvPr/>
        </p:nvSpPr>
        <p:spPr>
          <a:xfrm>
            <a:off x="5605043" y="3595393"/>
            <a:ext cx="156970" cy="9316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矩形: 圆角 29"/>
          <p:cNvSpPr/>
          <p:nvPr/>
        </p:nvSpPr>
        <p:spPr>
          <a:xfrm>
            <a:off x="5808180" y="3595689"/>
            <a:ext cx="156970" cy="931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矩形: 圆角 1"/>
          <p:cNvSpPr/>
          <p:nvPr/>
        </p:nvSpPr>
        <p:spPr>
          <a:xfrm>
            <a:off x="6572457" y="3587366"/>
            <a:ext cx="156970" cy="9316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: 圆角 8"/>
          <p:cNvSpPr/>
          <p:nvPr/>
        </p:nvSpPr>
        <p:spPr>
          <a:xfrm>
            <a:off x="6802884" y="3588546"/>
            <a:ext cx="156970" cy="9316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: 圆角 17"/>
          <p:cNvSpPr/>
          <p:nvPr/>
        </p:nvSpPr>
        <p:spPr>
          <a:xfrm>
            <a:off x="7027703" y="3587366"/>
            <a:ext cx="156970" cy="9316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矩形 39"/>
          <p:cNvSpPr/>
          <p:nvPr/>
        </p:nvSpPr>
        <p:spPr>
          <a:xfrm>
            <a:off x="6170903" y="3174563"/>
            <a:ext cx="316738" cy="320559"/>
          </a:xfrm>
          <a:prstGeom prst="rect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对角圆角矩形 31"/>
          <p:cNvSpPr/>
          <p:nvPr/>
        </p:nvSpPr>
        <p:spPr>
          <a:xfrm>
            <a:off x="4936490" y="3001645"/>
            <a:ext cx="1043940" cy="905510"/>
          </a:xfrm>
          <a:prstGeom prst="round2DiagRect">
            <a:avLst/>
          </a:prstGeom>
          <a:solidFill>
            <a:srgbClr val="B9B7C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314471" y="3020209"/>
            <a:ext cx="44196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dirty="0">
                <a:solidFill>
                  <a:schemeClr val="bg1"/>
                </a:solidFill>
              </a:rPr>
              <a:t>风速控制：</a:t>
            </a:r>
            <a:endParaRPr lang="zh-CN" altLang="en-US" sz="400" dirty="0">
              <a:solidFill>
                <a:schemeClr val="bg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321329" y="3396188"/>
            <a:ext cx="44196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dirty="0">
                <a:solidFill>
                  <a:schemeClr val="bg1"/>
                </a:solidFill>
              </a:rPr>
              <a:t>定时透气：</a:t>
            </a:r>
            <a:endParaRPr lang="zh-CN" altLang="en-US" sz="400" dirty="0">
              <a:solidFill>
                <a:schemeClr val="bg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378994" y="3570799"/>
            <a:ext cx="25043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" dirty="0">
                <a:solidFill>
                  <a:schemeClr val="bg1"/>
                </a:solidFill>
              </a:rPr>
              <a:t>1</a:t>
            </a:r>
            <a:r>
              <a:rPr lang="zh-CN" altLang="en-US" sz="300" dirty="0">
                <a:solidFill>
                  <a:schemeClr val="bg1"/>
                </a:solidFill>
              </a:rPr>
              <a:t>秒</a:t>
            </a:r>
            <a:endParaRPr lang="zh-CN" altLang="en-US" sz="300" dirty="0">
              <a:solidFill>
                <a:schemeClr val="bg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569493" y="3570799"/>
            <a:ext cx="25043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" dirty="0">
                <a:solidFill>
                  <a:schemeClr val="bg1"/>
                </a:solidFill>
              </a:rPr>
              <a:t>2</a:t>
            </a:r>
            <a:r>
              <a:rPr lang="zh-CN" altLang="en-US" sz="300" dirty="0">
                <a:solidFill>
                  <a:schemeClr val="bg1"/>
                </a:solidFill>
              </a:rPr>
              <a:t>秒</a:t>
            </a:r>
            <a:endParaRPr lang="zh-CN" altLang="en-US" sz="300" dirty="0">
              <a:solidFill>
                <a:schemeClr val="bg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771129" y="3573180"/>
            <a:ext cx="25043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" dirty="0">
                <a:solidFill>
                  <a:schemeClr val="bg1"/>
                </a:solidFill>
              </a:rPr>
              <a:t>3</a:t>
            </a:r>
            <a:r>
              <a:rPr lang="zh-CN" altLang="en-US" sz="300" dirty="0">
                <a:solidFill>
                  <a:schemeClr val="bg1"/>
                </a:solidFill>
              </a:rPr>
              <a:t>秒</a:t>
            </a:r>
            <a:endParaRPr lang="zh-CN" altLang="en-US" sz="300" dirty="0">
              <a:solidFill>
                <a:schemeClr val="bg1"/>
              </a:solidFill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790" y="3172936"/>
            <a:ext cx="149608" cy="74804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158" y="3173289"/>
            <a:ext cx="149610" cy="74805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155" y="3315755"/>
            <a:ext cx="149244" cy="74622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7968" y="3318136"/>
            <a:ext cx="156103" cy="78052"/>
          </a:xfrm>
          <a:prstGeom prst="rect">
            <a:avLst/>
          </a:prstGeom>
        </p:spPr>
      </p:pic>
      <p:sp>
        <p:nvSpPr>
          <p:cNvPr id="51" name="圆角矩形 50"/>
          <p:cNvSpPr/>
          <p:nvPr/>
        </p:nvSpPr>
        <p:spPr>
          <a:xfrm>
            <a:off x="4939030" y="3013710"/>
            <a:ext cx="408940" cy="8432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939345" y="2975744"/>
            <a:ext cx="44196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00" dirty="0">
                <a:solidFill>
                  <a:schemeClr val="bg1"/>
                </a:solidFill>
              </a:rPr>
              <a:t>浴室风扇</a:t>
            </a:r>
            <a:endParaRPr lang="zh-CN" altLang="en-US" sz="500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939344" y="3398855"/>
            <a:ext cx="44196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00" dirty="0">
                <a:solidFill>
                  <a:schemeClr val="bg1"/>
                </a:solidFill>
              </a:rPr>
              <a:t>风扇开关</a:t>
            </a:r>
            <a:endParaRPr lang="zh-CN" altLang="en-US" sz="500" dirty="0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024962" y="3556368"/>
            <a:ext cx="270729" cy="236488"/>
          </a:xfrm>
          <a:prstGeom prst="rect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对角圆角矩形 51"/>
          <p:cNvSpPr/>
          <p:nvPr/>
        </p:nvSpPr>
        <p:spPr>
          <a:xfrm>
            <a:off x="6107430" y="2980690"/>
            <a:ext cx="1082040" cy="925195"/>
          </a:xfrm>
          <a:prstGeom prst="round2DiagRect">
            <a:avLst/>
          </a:prstGeom>
          <a:solidFill>
            <a:srgbClr val="B9B7C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457198" y="3034196"/>
            <a:ext cx="44196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dirty="0">
                <a:solidFill>
                  <a:schemeClr val="bg1"/>
                </a:solidFill>
              </a:rPr>
              <a:t>手动控制：</a:t>
            </a:r>
            <a:endParaRPr lang="zh-CN" altLang="en-US" sz="400" dirty="0">
              <a:solidFill>
                <a:schemeClr val="bg1"/>
              </a:solidFill>
            </a:endParaRPr>
          </a:p>
        </p:txBody>
      </p:sp>
      <p:pic>
        <p:nvPicPr>
          <p:cNvPr id="21" name="图片 20" descr="图标&#10;&#10;描述已自动生成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178" y="3182945"/>
            <a:ext cx="153888" cy="153888"/>
          </a:xfrm>
          <a:prstGeom prst="rect">
            <a:avLst/>
          </a:prstGeom>
        </p:spPr>
      </p:pic>
      <p:pic>
        <p:nvPicPr>
          <p:cNvPr id="23" name="图片 22" descr="图片包含 游戏机, 物体, 钟表&#10;&#10;描述已自动生成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4926" y="3172150"/>
            <a:ext cx="175160" cy="17516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6457197" y="3377906"/>
            <a:ext cx="44196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dirty="0">
                <a:solidFill>
                  <a:schemeClr val="bg1"/>
                </a:solidFill>
              </a:rPr>
              <a:t>快速控制：</a:t>
            </a:r>
            <a:endParaRPr lang="zh-CN" altLang="en-US" sz="400" dirty="0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526470" y="3564696"/>
            <a:ext cx="286286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>
                <a:solidFill>
                  <a:schemeClr val="bg1"/>
                </a:solidFill>
              </a:rPr>
              <a:t>全开</a:t>
            </a:r>
            <a:endParaRPr lang="zh-CN" altLang="en-US" sz="300" dirty="0">
              <a:solidFill>
                <a:schemeClr val="bg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978932" y="3564696"/>
            <a:ext cx="336266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>
                <a:solidFill>
                  <a:schemeClr val="bg1"/>
                </a:solidFill>
              </a:rPr>
              <a:t>全关</a:t>
            </a:r>
            <a:endParaRPr lang="zh-CN" altLang="en-US" sz="300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41723" y="3568132"/>
            <a:ext cx="336266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" dirty="0">
                <a:solidFill>
                  <a:schemeClr val="bg1"/>
                </a:solidFill>
              </a:rPr>
              <a:t>½</a:t>
            </a:r>
            <a:r>
              <a:rPr lang="zh-CN" altLang="en-US" sz="300" dirty="0">
                <a:solidFill>
                  <a:schemeClr val="bg1"/>
                </a:solidFill>
              </a:rPr>
              <a:t>遮阳</a:t>
            </a:r>
            <a:endParaRPr lang="zh-CN" altLang="en-US" sz="300" dirty="0">
              <a:solidFill>
                <a:schemeClr val="bg1"/>
              </a:solidFill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6106795" y="2990215"/>
            <a:ext cx="393700" cy="83566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107203" y="2975744"/>
            <a:ext cx="44196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00" dirty="0">
                <a:solidFill>
                  <a:schemeClr val="bg1"/>
                </a:solidFill>
              </a:rPr>
              <a:t>浴室窗帘</a:t>
            </a:r>
            <a:endParaRPr lang="zh-CN" altLang="en-US" sz="500" dirty="0">
              <a:solidFill>
                <a:schemeClr val="bg1"/>
              </a:solidFill>
            </a:endParaRPr>
          </a:p>
        </p:txBody>
      </p:sp>
      <p:pic>
        <p:nvPicPr>
          <p:cNvPr id="42" name="图片 41" descr="在窗户边&#10;&#10;中度可信度描述已自动生成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694" y="3192792"/>
            <a:ext cx="249503" cy="280340"/>
          </a:xfrm>
          <a:prstGeom prst="rect">
            <a:avLst/>
          </a:prstGeom>
        </p:spPr>
      </p:pic>
      <p:pic>
        <p:nvPicPr>
          <p:cNvPr id="54" name="图片 53" descr="ACT00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17135" y="3112770"/>
            <a:ext cx="278765" cy="2787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 descr="家居厨房展示摄影图高清摄影大图-千库网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382010"/>
            <a:ext cx="2582545" cy="1464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: 圆角 4"/>
          <p:cNvSpPr/>
          <p:nvPr/>
        </p:nvSpPr>
        <p:spPr>
          <a:xfrm>
            <a:off x="6043774" y="3529347"/>
            <a:ext cx="337820" cy="8890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500" dirty="0">
                <a:solidFill>
                  <a:schemeClr val="tx1"/>
                </a:solidFill>
              </a:rPr>
              <a:t>厨房</a:t>
            </a:r>
            <a:endParaRPr lang="zh-CN" altLang="en-US" sz="500" dirty="0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4953000" y="3381375"/>
            <a:ext cx="2581910" cy="13335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3" name="Picture 4" descr="返回键图标 的图像结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661" y="3526079"/>
            <a:ext cx="133335" cy="133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矩形: 圆角 85"/>
          <p:cNvSpPr/>
          <p:nvPr/>
        </p:nvSpPr>
        <p:spPr>
          <a:xfrm>
            <a:off x="5530184" y="4264534"/>
            <a:ext cx="156970" cy="9316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8" name="矩形: 圆角 87"/>
          <p:cNvSpPr/>
          <p:nvPr/>
        </p:nvSpPr>
        <p:spPr>
          <a:xfrm>
            <a:off x="5719342" y="4264533"/>
            <a:ext cx="156970" cy="9316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9" name="矩形: 圆角 88"/>
          <p:cNvSpPr/>
          <p:nvPr/>
        </p:nvSpPr>
        <p:spPr>
          <a:xfrm>
            <a:off x="5922479" y="4264829"/>
            <a:ext cx="156970" cy="931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8" name="直接连接符 97"/>
          <p:cNvCxnSpPr>
            <a:stCxn id="97" idx="1"/>
            <a:endCxn id="97" idx="1"/>
          </p:cNvCxnSpPr>
          <p:nvPr/>
        </p:nvCxnSpPr>
        <p:spPr>
          <a:xfrm>
            <a:off x="6719710" y="3853057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>
            <a:stCxn id="97" idx="1"/>
            <a:endCxn id="97" idx="1"/>
          </p:cNvCxnSpPr>
          <p:nvPr/>
        </p:nvCxnSpPr>
        <p:spPr>
          <a:xfrm>
            <a:off x="6719710" y="3853057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对角圆角矩形 1"/>
          <p:cNvSpPr/>
          <p:nvPr/>
        </p:nvSpPr>
        <p:spPr>
          <a:xfrm>
            <a:off x="5066665" y="3651885"/>
            <a:ext cx="1051560" cy="894080"/>
          </a:xfrm>
          <a:prstGeom prst="round2DiagRect">
            <a:avLst/>
          </a:prstGeom>
          <a:solidFill>
            <a:schemeClr val="bg2"/>
          </a:solidFill>
          <a:ln w="28575" cmpd="sng">
            <a:solidFill>
              <a:srgbClr val="B9B7C4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文本框 78"/>
          <p:cNvSpPr txBox="1"/>
          <p:nvPr/>
        </p:nvSpPr>
        <p:spPr>
          <a:xfrm>
            <a:off x="5428770" y="3689349"/>
            <a:ext cx="44196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dirty="0">
                <a:solidFill>
                  <a:schemeClr val="tx1"/>
                </a:solidFill>
              </a:rPr>
              <a:t>风速控制：</a:t>
            </a:r>
            <a:endParaRPr lang="zh-CN" altLang="en-US" sz="400" dirty="0">
              <a:solidFill>
                <a:schemeClr val="tx1"/>
              </a:solidFill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5435628" y="4065328"/>
            <a:ext cx="44196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dirty="0">
                <a:solidFill>
                  <a:schemeClr val="tx1"/>
                </a:solidFill>
              </a:rPr>
              <a:t>定时排气</a:t>
            </a:r>
            <a:r>
              <a:rPr lang="zh-CN" altLang="en-US" sz="400" dirty="0">
                <a:solidFill>
                  <a:schemeClr val="bg1"/>
                </a:solidFill>
              </a:rPr>
              <a:t>：</a:t>
            </a:r>
            <a:endParaRPr lang="zh-CN" altLang="en-US" sz="400" dirty="0">
              <a:solidFill>
                <a:schemeClr val="bg1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5493293" y="4239939"/>
            <a:ext cx="25043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" dirty="0">
                <a:solidFill>
                  <a:schemeClr val="tx1"/>
                </a:solidFill>
              </a:rPr>
              <a:t>1</a:t>
            </a:r>
            <a:r>
              <a:rPr lang="zh-CN" altLang="en-US" sz="300" dirty="0">
                <a:solidFill>
                  <a:schemeClr val="tx1"/>
                </a:solidFill>
              </a:rPr>
              <a:t>秒</a:t>
            </a:r>
            <a:endParaRPr lang="zh-CN" altLang="en-US" sz="300" dirty="0">
              <a:solidFill>
                <a:schemeClr val="tx1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5683792" y="4239939"/>
            <a:ext cx="25043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" dirty="0">
                <a:solidFill>
                  <a:schemeClr val="tx1"/>
                </a:solidFill>
              </a:rPr>
              <a:t>2</a:t>
            </a:r>
            <a:r>
              <a:rPr lang="zh-CN" altLang="en-US" sz="300" dirty="0">
                <a:solidFill>
                  <a:schemeClr val="tx1"/>
                </a:solidFill>
              </a:rPr>
              <a:t>秒</a:t>
            </a:r>
            <a:endParaRPr lang="zh-CN" altLang="en-US" sz="300" dirty="0">
              <a:solidFill>
                <a:schemeClr val="tx1"/>
              </a:solidFill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5885428" y="4242320"/>
            <a:ext cx="25043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" dirty="0">
                <a:solidFill>
                  <a:schemeClr val="tx1"/>
                </a:solidFill>
              </a:rPr>
              <a:t>3</a:t>
            </a:r>
            <a:r>
              <a:rPr lang="zh-CN" altLang="en-US" sz="300" dirty="0">
                <a:solidFill>
                  <a:schemeClr val="tx1"/>
                </a:solidFill>
              </a:rPr>
              <a:t>秒</a:t>
            </a:r>
            <a:endParaRPr lang="zh-CN" altLang="en-US" sz="300" dirty="0">
              <a:solidFill>
                <a:schemeClr val="tx1"/>
              </a:solidFill>
            </a:endParaRPr>
          </a:p>
        </p:txBody>
      </p:sp>
      <p:pic>
        <p:nvPicPr>
          <p:cNvPr id="92" name="图片 9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2089" y="3842076"/>
            <a:ext cx="149608" cy="74804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3457" y="3842429"/>
            <a:ext cx="149610" cy="74805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2454" y="3984895"/>
            <a:ext cx="149244" cy="74622"/>
          </a:xfrm>
          <a:prstGeom prst="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267" y="3987276"/>
            <a:ext cx="156103" cy="78052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5062220" y="3662045"/>
            <a:ext cx="422910" cy="81915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mpd="sng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文本框 75"/>
          <p:cNvSpPr txBox="1"/>
          <p:nvPr/>
        </p:nvSpPr>
        <p:spPr>
          <a:xfrm>
            <a:off x="5086013" y="3649980"/>
            <a:ext cx="44196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00" dirty="0">
                <a:solidFill>
                  <a:schemeClr val="tx1"/>
                </a:solidFill>
              </a:rPr>
              <a:t>油烟机</a:t>
            </a:r>
            <a:endParaRPr lang="zh-CN" altLang="en-US" sz="500" dirty="0">
              <a:solidFill>
                <a:schemeClr val="tx1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5053643" y="4067995"/>
            <a:ext cx="44196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dirty="0">
                <a:solidFill>
                  <a:schemeClr val="tx1"/>
                </a:solidFill>
              </a:rPr>
              <a:t>油烟机开关</a:t>
            </a:r>
            <a:endParaRPr lang="zh-CN" altLang="en-US" sz="400" dirty="0">
              <a:solidFill>
                <a:schemeClr val="tx1"/>
              </a:solidFill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139261" y="4225508"/>
            <a:ext cx="270729" cy="236488"/>
          </a:xfrm>
          <a:prstGeom prst="rect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4" name="图片 53" descr="ACT00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139055" y="3785870"/>
            <a:ext cx="278765" cy="278765"/>
          </a:xfrm>
          <a:prstGeom prst="rect">
            <a:avLst/>
          </a:prstGeom>
        </p:spPr>
      </p:pic>
      <p:sp>
        <p:nvSpPr>
          <p:cNvPr id="6" name="对角圆角矩形 5"/>
          <p:cNvSpPr/>
          <p:nvPr/>
        </p:nvSpPr>
        <p:spPr>
          <a:xfrm>
            <a:off x="6258560" y="3649345"/>
            <a:ext cx="1074420" cy="89535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6769338" y="3910048"/>
            <a:ext cx="44196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/>
              <a:t>温度：       ℃</a:t>
            </a:r>
            <a:endParaRPr lang="zh-CN" altLang="en-US" sz="300" dirty="0"/>
          </a:p>
        </p:txBody>
      </p:sp>
      <p:sp>
        <p:nvSpPr>
          <p:cNvPr id="84" name="文本框 83"/>
          <p:cNvSpPr txBox="1"/>
          <p:nvPr/>
        </p:nvSpPr>
        <p:spPr>
          <a:xfrm>
            <a:off x="6580161" y="3650150"/>
            <a:ext cx="44196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dirty="0"/>
              <a:t>环境检测：</a:t>
            </a:r>
            <a:endParaRPr lang="zh-CN" altLang="en-US" sz="400" dirty="0"/>
          </a:p>
        </p:txBody>
      </p:sp>
      <p:sp>
        <p:nvSpPr>
          <p:cNvPr id="97" name="矩形 96"/>
          <p:cNvSpPr/>
          <p:nvPr/>
        </p:nvSpPr>
        <p:spPr>
          <a:xfrm>
            <a:off x="6719710" y="3776113"/>
            <a:ext cx="525639" cy="15388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/>
          <p:cNvSpPr/>
          <p:nvPr/>
        </p:nvSpPr>
        <p:spPr>
          <a:xfrm>
            <a:off x="6720189" y="4024125"/>
            <a:ext cx="525639" cy="15388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文本框 101"/>
          <p:cNvSpPr txBox="1"/>
          <p:nvPr/>
        </p:nvSpPr>
        <p:spPr>
          <a:xfrm>
            <a:off x="6775086" y="4164081"/>
            <a:ext cx="470263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/>
              <a:t>湿度</a:t>
            </a:r>
            <a:r>
              <a:rPr lang="en-US" altLang="zh-CN" sz="300" dirty="0"/>
              <a:t>:</a:t>
            </a:r>
            <a:r>
              <a:rPr lang="zh-CN" altLang="en-US" sz="300" dirty="0"/>
              <a:t>          </a:t>
            </a:r>
            <a:r>
              <a:rPr lang="en-US" altLang="zh-CN" sz="300" dirty="0"/>
              <a:t>RH</a:t>
            </a:r>
            <a:endParaRPr lang="zh-CN" altLang="en-US" sz="300" dirty="0"/>
          </a:p>
        </p:txBody>
      </p:sp>
      <p:sp>
        <p:nvSpPr>
          <p:cNvPr id="103" name="矩形 102"/>
          <p:cNvSpPr/>
          <p:nvPr/>
        </p:nvSpPr>
        <p:spPr>
          <a:xfrm>
            <a:off x="6719710" y="4277684"/>
            <a:ext cx="525639" cy="15388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文本框 103"/>
          <p:cNvSpPr txBox="1"/>
          <p:nvPr/>
        </p:nvSpPr>
        <p:spPr>
          <a:xfrm>
            <a:off x="6774398" y="4407446"/>
            <a:ext cx="470263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/>
              <a:t>烟雾：       </a:t>
            </a:r>
            <a:r>
              <a:rPr lang="en-US" altLang="zh-CN" sz="300" dirty="0"/>
              <a:t>ppm</a:t>
            </a:r>
            <a:endParaRPr lang="zh-CN" altLang="en-US" sz="300" dirty="0"/>
          </a:p>
        </p:txBody>
      </p:sp>
      <p:sp>
        <p:nvSpPr>
          <p:cNvPr id="7" name="圆角矩形 6"/>
          <p:cNvSpPr/>
          <p:nvPr/>
        </p:nvSpPr>
        <p:spPr>
          <a:xfrm>
            <a:off x="6258560" y="3647440"/>
            <a:ext cx="384175" cy="8413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mpd="sng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文本框 80"/>
          <p:cNvSpPr txBox="1"/>
          <p:nvPr/>
        </p:nvSpPr>
        <p:spPr>
          <a:xfrm>
            <a:off x="6198766" y="3673960"/>
            <a:ext cx="49726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dirty="0">
                <a:solidFill>
                  <a:schemeClr val="tx1"/>
                </a:solidFill>
              </a:rPr>
              <a:t>厨房安全卫士</a:t>
            </a:r>
            <a:endParaRPr lang="zh-CN" altLang="en-US" sz="400" dirty="0">
              <a:solidFill>
                <a:schemeClr val="tx1"/>
              </a:solidFill>
            </a:endParaRPr>
          </a:p>
        </p:txBody>
      </p:sp>
      <p:sp>
        <p:nvSpPr>
          <p:cNvPr id="105" name="矩形: 圆角 104"/>
          <p:cNvSpPr/>
          <p:nvPr/>
        </p:nvSpPr>
        <p:spPr>
          <a:xfrm>
            <a:off x="6379209" y="4071191"/>
            <a:ext cx="142889" cy="13171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文本框 105"/>
          <p:cNvSpPr txBox="1"/>
          <p:nvPr/>
        </p:nvSpPr>
        <p:spPr>
          <a:xfrm>
            <a:off x="6190571" y="4351213"/>
            <a:ext cx="47026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dirty="0">
                <a:solidFill>
                  <a:schemeClr val="bg1"/>
                </a:solidFill>
              </a:rPr>
              <a:t>火焰值：</a:t>
            </a:r>
            <a:endParaRPr lang="zh-CN" altLang="en-US" sz="400" dirty="0">
              <a:solidFill>
                <a:schemeClr val="bg1"/>
              </a:solidFill>
            </a:endParaRPr>
          </a:p>
        </p:txBody>
      </p:sp>
      <p:pic>
        <p:nvPicPr>
          <p:cNvPr id="8" name="图片 7" descr="卫士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1590" y="3804285"/>
            <a:ext cx="179070" cy="222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侘寂风卧室合集（内含无水印效果图）共12套SU模型 室内家装SU模型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83785" y="2712085"/>
            <a:ext cx="2424430" cy="1327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: 圆角 4"/>
          <p:cNvSpPr/>
          <p:nvPr/>
        </p:nvSpPr>
        <p:spPr>
          <a:xfrm>
            <a:off x="5927090" y="2862580"/>
            <a:ext cx="337820" cy="88900"/>
          </a:xfrm>
          <a:prstGeom prst="roundRect">
            <a:avLst/>
          </a:prstGeom>
          <a:gradFill>
            <a:gsLst>
              <a:gs pos="100000">
                <a:srgbClr val="F8E3C0"/>
              </a:gs>
              <a:gs pos="100000">
                <a:schemeClr val="dk1">
                  <a:lumMod val="105000"/>
                  <a:satMod val="103000"/>
                  <a:tint val="73000"/>
                </a:schemeClr>
              </a:gs>
              <a:gs pos="100000">
                <a:schemeClr val="dk1">
                  <a:lumMod val="105000"/>
                  <a:satMod val="109000"/>
                  <a:tint val="81000"/>
                </a:schemeClr>
              </a:gs>
            </a:gsLst>
          </a:gradFill>
          <a:ln w="6350" cmpd="sng">
            <a:solidFill>
              <a:srgbClr val="F8E3C0"/>
            </a:solidFill>
            <a:prstDash val="lgDashDotDot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500" dirty="0"/>
              <a:t>卧室</a:t>
            </a:r>
            <a:endParaRPr lang="zh-CN" altLang="en-US" sz="500" dirty="0"/>
          </a:p>
        </p:txBody>
      </p:sp>
      <p:sp>
        <p:nvSpPr>
          <p:cNvPr id="14" name="矩形 13"/>
          <p:cNvSpPr/>
          <p:nvPr/>
        </p:nvSpPr>
        <p:spPr>
          <a:xfrm>
            <a:off x="4884362" y="2712100"/>
            <a:ext cx="2423273" cy="133335"/>
          </a:xfrm>
          <a:prstGeom prst="rect">
            <a:avLst/>
          </a:prstGeom>
          <a:solidFill>
            <a:schemeClr val="accent2">
              <a:lumMod val="40000"/>
              <a:lumOff val="60000"/>
              <a:alpha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5" name="Picture 4" descr="返回键图标 的图像结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743" y="2854558"/>
            <a:ext cx="133335" cy="133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直接连接符 29"/>
          <p:cNvCxnSpPr>
            <a:stCxn id="29" idx="1"/>
            <a:endCxn id="29" idx="1"/>
          </p:cNvCxnSpPr>
          <p:nvPr/>
        </p:nvCxnSpPr>
        <p:spPr>
          <a:xfrm>
            <a:off x="5649914" y="3235662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stCxn id="29" idx="1"/>
            <a:endCxn id="29" idx="1"/>
          </p:cNvCxnSpPr>
          <p:nvPr/>
        </p:nvCxnSpPr>
        <p:spPr>
          <a:xfrm>
            <a:off x="5649914" y="3235662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圆角矩形 3"/>
          <p:cNvSpPr/>
          <p:nvPr/>
        </p:nvSpPr>
        <p:spPr>
          <a:xfrm>
            <a:off x="5044440" y="2987675"/>
            <a:ext cx="408940" cy="9525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 cmpd="dbl">
            <a:solidFill>
              <a:srgbClr val="F8E3C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044720" y="3009897"/>
            <a:ext cx="49726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dirty="0"/>
              <a:t>卧室小精灵</a:t>
            </a:r>
            <a:endParaRPr lang="zh-CN" altLang="en-US" sz="400" dirty="0"/>
          </a:p>
        </p:txBody>
      </p:sp>
      <p:sp>
        <p:nvSpPr>
          <p:cNvPr id="66" name="矩形: 圆角 65"/>
          <p:cNvSpPr/>
          <p:nvPr/>
        </p:nvSpPr>
        <p:spPr>
          <a:xfrm>
            <a:off x="5181603" y="3429000"/>
            <a:ext cx="163498" cy="76200"/>
          </a:xfrm>
          <a:prstGeom prst="roundRect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: 圆角 66"/>
          <p:cNvSpPr/>
          <p:nvPr/>
        </p:nvSpPr>
        <p:spPr>
          <a:xfrm>
            <a:off x="5184155" y="3816985"/>
            <a:ext cx="163498" cy="76200"/>
          </a:xfrm>
          <a:prstGeom prst="roundRect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女生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3815" y="3129280"/>
            <a:ext cx="271780" cy="255905"/>
          </a:xfrm>
          <a:prstGeom prst="rect">
            <a:avLst/>
          </a:prstGeom>
        </p:spPr>
      </p:pic>
      <p:pic>
        <p:nvPicPr>
          <p:cNvPr id="7" name="图片 6" descr="台灯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2545" y="3517900"/>
            <a:ext cx="257810" cy="26924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5542280" y="3002280"/>
            <a:ext cx="1573530" cy="8686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 cmpd="sng">
            <a:solidFill>
              <a:srgbClr val="F8E3C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554956" y="3002295"/>
            <a:ext cx="44196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" dirty="0"/>
              <a:t>卧室环境：</a:t>
            </a:r>
            <a:endParaRPr lang="zh-CN" altLang="en-US" sz="400" dirty="0"/>
          </a:p>
        </p:txBody>
      </p:sp>
      <p:sp>
        <p:nvSpPr>
          <p:cNvPr id="29" name="矩形 28"/>
          <p:cNvSpPr/>
          <p:nvPr/>
        </p:nvSpPr>
        <p:spPr>
          <a:xfrm>
            <a:off x="5649914" y="3134898"/>
            <a:ext cx="576171" cy="2015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5734496" y="3327688"/>
            <a:ext cx="44196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/>
              <a:t>温度：       ℃</a:t>
            </a:r>
            <a:endParaRPr lang="zh-CN" altLang="en-US" sz="300" dirty="0"/>
          </a:p>
        </p:txBody>
      </p:sp>
      <p:sp>
        <p:nvSpPr>
          <p:cNvPr id="34" name="文本框 33"/>
          <p:cNvSpPr txBox="1"/>
          <p:nvPr/>
        </p:nvSpPr>
        <p:spPr>
          <a:xfrm>
            <a:off x="6498863" y="3328248"/>
            <a:ext cx="470263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/>
              <a:t>湿度</a:t>
            </a:r>
            <a:r>
              <a:rPr lang="en-US" altLang="zh-CN" sz="300" dirty="0"/>
              <a:t>:</a:t>
            </a:r>
            <a:r>
              <a:rPr lang="zh-CN" altLang="en-US" sz="300" dirty="0"/>
              <a:t>          </a:t>
            </a:r>
            <a:r>
              <a:rPr lang="en-US" altLang="zh-CN" sz="300" dirty="0"/>
              <a:t>RH</a:t>
            </a:r>
            <a:endParaRPr lang="zh-CN" altLang="en-US" sz="300" dirty="0"/>
          </a:p>
        </p:txBody>
      </p:sp>
      <p:sp>
        <p:nvSpPr>
          <p:cNvPr id="36" name="文本框 35"/>
          <p:cNvSpPr txBox="1"/>
          <p:nvPr/>
        </p:nvSpPr>
        <p:spPr>
          <a:xfrm>
            <a:off x="5698225" y="3648520"/>
            <a:ext cx="502550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/>
              <a:t>气压：          </a:t>
            </a:r>
            <a:r>
              <a:rPr lang="en-US" altLang="zh-CN" sz="300" dirty="0"/>
              <a:t>kPa</a:t>
            </a:r>
            <a:endParaRPr lang="zh-CN" altLang="en-US" sz="300" dirty="0"/>
          </a:p>
        </p:txBody>
      </p:sp>
      <p:sp>
        <p:nvSpPr>
          <p:cNvPr id="52" name="矩形 51"/>
          <p:cNvSpPr/>
          <p:nvPr/>
        </p:nvSpPr>
        <p:spPr>
          <a:xfrm>
            <a:off x="5649912" y="3451979"/>
            <a:ext cx="579327" cy="2015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6402675" y="3453769"/>
            <a:ext cx="575891" cy="2015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6498862" y="3646139"/>
            <a:ext cx="44196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/>
              <a:t>亮度：       </a:t>
            </a:r>
            <a:r>
              <a:rPr lang="en-US" altLang="zh-CN" sz="300" dirty="0"/>
              <a:t>Lux</a:t>
            </a:r>
            <a:endParaRPr lang="zh-CN" altLang="en-US" sz="300" dirty="0"/>
          </a:p>
        </p:txBody>
      </p:sp>
      <p:sp>
        <p:nvSpPr>
          <p:cNvPr id="61" name="矩形 60"/>
          <p:cNvSpPr/>
          <p:nvPr/>
        </p:nvSpPr>
        <p:spPr>
          <a:xfrm>
            <a:off x="6402395" y="3134898"/>
            <a:ext cx="576171" cy="2015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</Words>
  <Application>WPS 演示</Application>
  <PresentationFormat>宽屏</PresentationFormat>
  <Paragraphs>70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等线 Light</vt:lpstr>
      <vt:lpstr>等线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f1274</dc:creator>
  <cp:lastModifiedBy>ghost</cp:lastModifiedBy>
  <cp:revision>4</cp:revision>
  <dcterms:created xsi:type="dcterms:W3CDTF">2024-10-23T15:01:00Z</dcterms:created>
  <dcterms:modified xsi:type="dcterms:W3CDTF">2024-10-31T11:08:54Z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A6D5D57D9DD6432EB056AC81790186EB_13</vt:lpwstr>
  </property>
  <property fmtid="{D5CDD505-2E9C-101B-9397-08002B2CF9AE}" pid="3" name="KSOProductBuildVer">
    <vt:lpwstr>2052-12.1.0.15946</vt:lpwstr>
  </property>
</Properties>
</file>